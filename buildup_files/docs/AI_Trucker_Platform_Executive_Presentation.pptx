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5303520"/>
            <a:ext cx="1463040" cy="1371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111827"/>
                </a:solidFill>
              </a:rPr>
              <a:t>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0058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AI-Powered Truck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</a:rPr>
              <a:t>Logistics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71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7280"/>
                </a:solidFill>
              </a:rPr>
              <a:t>Connecting India's Freight Industry with AI, Real-Time Tracking &amp; Digital Payments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566160"/>
            <a:ext cx="54864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Executive Presentation  ●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</a:rPr>
              <a:t>CONFIDENTIAL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256032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1324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Microservices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303520"/>
            <a:ext cx="256032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541324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8978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Languages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303520"/>
            <a:ext cx="256032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41324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38/38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8978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QA Tests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5303520"/>
            <a:ext cx="256032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541324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8978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India's ₹15 Trillion freight industry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137160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</a:rPr>
              <a:t>₹3.2L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Lost annually due to empty truck runs
&amp; inefficient load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66928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137160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508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240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Loads still booked via phone calls
&amp; WhatsApp — zero digital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74720"/>
            <a:ext cx="566928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37160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7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</a:rPr>
              <a:t>42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Average payment delay to truckers
driving financial stress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474720"/>
            <a:ext cx="566928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474720"/>
            <a:ext cx="137160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361187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Real-time visibility for merchants
on their cargo in transit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5.5 million truckers in India — 80% unorganised, underserved, and underpaid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A full-stack AI logistics platform built for Bharat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TruckPlatform is an end-to-end digital logistics ecosystem connecting verified truckers with merchants using AI-powered matching, real-time GPS tracking, and instant digital payments.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🤖  AI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Smart load-trucker matching with pricing intelligence and route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103120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📍  Live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Real-time GPS across all loads with ETA prediction and delay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💸  Digital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Instant settlements, escrow protection, and transparent commission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79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📱  Mobile-First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1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Native Android app + web portal for truckers in 9 Indian languages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4069079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⚙️  Admin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1771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Full fleet management, KYC workflow, and dispute resolution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69079"/>
            <a:ext cx="3749039" cy="1783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📣  Social Media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1771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AI-generated marketing content for merchants across 5 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18 microservices, fully containerised on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</a:rPr>
              <a:t>CLIENT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298448"/>
            <a:ext cx="326136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46304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📱 Android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599" y="1298448"/>
            <a:ext cx="326136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7319" y="146304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🌐 Web Portal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4399" y="1298448"/>
            <a:ext cx="326136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0120" y="146304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🖥 Admin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</a:rPr>
              <a:t>API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578608"/>
            <a:ext cx="3261360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274320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 + Rate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1599" y="2578608"/>
            <a:ext cx="3261360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319" y="274320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JWT Middleware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399" y="2578608"/>
            <a:ext cx="3261360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0120" y="2743200"/>
            <a:ext cx="321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Proxy +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6907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</a:rPr>
              <a:t>MICROSERVICES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858768"/>
            <a:ext cx="11658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Load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100" y="3858768"/>
            <a:ext cx="11658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18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Trucker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58768"/>
            <a:ext cx="11658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Pricing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00700" y="3858768"/>
            <a:ext cx="116586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464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ML / AI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858768"/>
            <a:ext cx="116586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Social Publishing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5300" y="3858768"/>
            <a:ext cx="116586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10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 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3858768"/>
            <a:ext cx="11658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Payment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29900" y="3858768"/>
            <a:ext cx="11658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75620" y="4023359"/>
            <a:ext cx="11201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Notification Svc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212080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532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</a:rPr>
              <a:t>DATA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5321808"/>
            <a:ext cx="19202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74519" y="54864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PostgreSQL + PostGIS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5321808"/>
            <a:ext cx="19202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54864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5321808"/>
            <a:ext cx="19202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54864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Redis Cache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5321808"/>
            <a:ext cx="19202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4864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Kafka Events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5321808"/>
            <a:ext cx="1920240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548640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Elasticsearch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All services on Docker Compose ● REST APIs ● JWT Auth ● Event-Driven via Kafka ● PostGIS spatial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User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Purpose-built experience for each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749039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🚛  TRUCKER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 +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AI load matching &amp; search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Accept loads (availability gate)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Journey: Loading → Driving → Delivered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Live OSRM route map with fuel stations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Fuel stop logging &amp; toll tracking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Earnings dashboard (daily/weekly/monthly)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KYC submission &amp; bank account setup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9-language support (Hindi, Tamil, Telugu…)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88720"/>
            <a:ext cx="3749039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188720"/>
            <a:ext cx="3749039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🏪  MERCHANT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860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Post loads with pickup/delivery details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View all my loads &amp; track status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AI-powered social media post creator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Raise disputes on any load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Pricing intelligence &amp; route estimates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Real-time trucker location visibility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Payment history &amp; invoice downloads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Multi-platform social publishing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749039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261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⚙️  ADMIN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Next.js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Live fleet map with truck clustering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KYC approval/rejection queue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All loads with full details &amp; disputes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User management &amp; staff creation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Social post approval workflow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AI simulation control panel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API health monitoring (9 services)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11827"/>
                </a:solidFill>
              </a:rPr>
              <a:t>✓  Dispute resolution with type dropdown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Trucker Journey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End-to-end trip lifecycle with real-time state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6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325880" cy="13258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Find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Search by city,
cargo type, distance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1371600"/>
            <a:ext cx="1325880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Accept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AI matches → Trucker
acknowledges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1371600"/>
            <a:ext cx="1325880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4176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Begin Loading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Arrive at pickup
Cargo loaded &amp; sealed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4" y="1371600"/>
            <a:ext cx="1325880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8384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Start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GPS tracking live
OSRM route shown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1371600"/>
            <a:ext cx="1325880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Fuel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Log fuel liters,
cost &amp; station name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1371600"/>
            <a:ext cx="1325880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Mark Delivered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Delivery confirmed
Odometer logged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51008" y="1371600"/>
            <a:ext cx="1325880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51008" y="1481328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28803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Earnings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9568" y="329184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Stats updated
Payment triggered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06240"/>
            <a:ext cx="114300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Journey Page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🗺️  Live OSRM route polyline (OpenStreetMap)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⛽  Nearby fuel stations via Overpass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709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🚧  Toll estimation (NHAI 2025 NH rates)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📊  Distance, duration &amp; fuel calculations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💰  Net earnings after toll &amp; fuel deductions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🌐  9 Indian language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&amp; ML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Multi-model intelligence embedded across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7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669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37160" cy="2194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🤖  Load-Trucker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Geospatial matching via PostGIS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Distance-based ranking algorithm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Cargo type &amp; capacity filtering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Availability status gating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Real-time load acceptance 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137160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✍️  Social Caption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Multi-provider LLM cascade: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  Groq → Claude → OpenAI → Gemini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Platform-specific tone &amp; hashtags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5 platforms: FB, IG, TW, LI, WA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Rich template fallback (instant)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5669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137160" cy="2194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💰  Dynamic Pricing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Distance × weight base pricing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Surge multipliers by lane &amp; time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Fuel cost integration (₹93/L diesel)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Toll estimation (NHAI booth rates)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Real-time market rate benchmarking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669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13716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📍  Route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OSRM engine for route planning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ETA with rest-stop adjustments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Overpass API fuel station lookup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Weather advisory per NH segment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6B7280"/>
                </a:solidFill>
              </a:rPr>
              <a:t>›  Document expiry alerts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ML Service (Port 3007) routes tasks to optimal provider: FAST→Ollama, QUALITY→Claude Haiku, COMPLEX→Claude Opus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Production-grade, cloud-native, open-source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8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893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React 18 + Vite (Web Portal)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Next.js 14 Standalone (Admin)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React Native + Expo 51 (Mobile)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Tailwind CSS + TanStack Query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Leaflet.js maps + OSRM routing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i18n: 9 Indian languages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893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6916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Node.js + Express (8 services)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TypeScript throughout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JWT authentication + bcrypt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http-proxy-middleware gateway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Express rate limiting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Zod schema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749039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93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PostgreSQL 15 + PostGIS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MongoDB (social posts)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Redis (caching + sessions)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Elasticsearch (search)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Apache Kafka (events)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Apache Zookeeper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3749039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758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Docker + Docker Compose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18 containers orchestrated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Hot-patch deployment pattern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Health check endpoints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Prometheus metrics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Nginx reverse proxy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703320"/>
            <a:ext cx="3749039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58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AI/ML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Claude API (Anthropic)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Groq (Llama 3.3 70B)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OpenAI GPT-4o-mini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Google Gemini 1.5 Flash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OSRM (routing engine)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Overpass API (POI)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703320"/>
            <a:ext cx="3749039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758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60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Expo SDK 51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React Native 0.74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MapView + OSRM routing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expo-location (GPS)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Debug APK (173MB)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11827"/>
                </a:solidFill>
              </a:rPr>
              <a:t>•  4 ABIs (arm64, x86…)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Admin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Complete operational control for platform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🗺️  Live Fleet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/admin/live-map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29967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Real-time truck positions on Leaflet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MarkerCluster for dense urban areas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Click truck → OSRM route + ETA panel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Status colours: orange=on_load, green=in_transit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Auto-refresh every 30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📋  KYC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29967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Pending submissions dashboard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One-click Approve / Reject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Rejection reason modal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Aadhaar, PAN, DL verification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Auto-filters by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📦  Load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29967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All loads with nested field parsing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Search by city, cargo, load ID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Filter by status (7 states)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Full detail drawer with merchant info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Raise dispute from any 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794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📣  Social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45312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Approve/Reject merchant posts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Platform breakdown analytics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Posts queue (Pending/Published/Rejected)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Rejection reason with custom note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Real-time post count stats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70332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794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🎮  Simulation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5312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Seed 3 truckers across BLR/DEL/MUM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Seed 3 merchants with KYC verified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Post 6 loads per city (18 total)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Set trucker GPS to any Indian city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Live status panel for all sim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03320"/>
            <a:ext cx="3749039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794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📊  API 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/admin/api-status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53128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9 service health checks live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Response time per service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External integrations table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Colour-coded status indicators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6B7280"/>
                </a:solidFill>
              </a:rPr>
              <a:t>→  Auto-refresh every 60 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Mobile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Native Android app built for India's truckers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Built with Expo 51 + React Native 0.74 · 173MB APK · 4 ABIs · API: http://192.168.8.101:3000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214884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1965960" cy="3200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Active load banner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Today's earnings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Quick stats cards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Weather-based greeting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1600200"/>
            <a:ext cx="214884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1691640"/>
            <a:ext cx="1965960" cy="3200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8288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514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</a:rPr>
              <a:t>Find 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92608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Search by origin city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Filter by cargo type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Distance &amp; price shown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One-tap accept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1600200"/>
            <a:ext cx="214884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199" y="1691640"/>
            <a:ext cx="1965960" cy="3200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18288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2514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</a:rPr>
              <a:t>Map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292608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Live MapView GPS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OSRM route polyline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Speed badge overlay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4 metric cards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79" y="1600200"/>
            <a:ext cx="214884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19" y="1691640"/>
            <a:ext cx="1965960" cy="3200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8288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514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</a:rPr>
              <a:t>Earnings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92608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Daily / Weekly / Monthly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Trip count &amp; km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Fuel &amp; toll breakdown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Net earnings chart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600200"/>
            <a:ext cx="2148840" cy="4114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691640"/>
            <a:ext cx="1965960" cy="3200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8288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5146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7316"/>
                </a:solidFill>
              </a:rPr>
              <a:t>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92608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Availability toggle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Add truck form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KYC submission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D1D5DB"/>
                </a:solidFill>
              </a:rPr>
              <a:t>·  Bank details setup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806440"/>
            <a:ext cx="116128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618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</a:rPr>
              <a:t>9 Languages: English  ·  हिन्दी  ·  ਪੰਜਾਬੀ  ·  ગુજરાતી  ·  मराठी  ·  தமிழ்  ·  తెలుగు  ·  ಕನ್ನಡ  ·  বাংলা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India's freight market is at an inflection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₹15T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India Freight Market
(2024)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8016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5.5M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Registered Truckers
(unorganised)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Annual Market
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1645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</a:rPr>
              <a:t>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Digital Penetration
(massive gap)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3749039" cy="2560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🎯  Immediate 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3075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</a:rPr>
              <a:t>₹450B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Mid-size truckers (10-40T)
between Indian tier-1 &amp; tier-2 cities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00400"/>
            <a:ext cx="3749039" cy="2560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291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📈  SAM (5 years)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3075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</a:rPr>
              <a:t>₹1.2T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622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Full commercial freight including
cold chain, hazmat, container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200400"/>
            <a:ext cx="3749039" cy="2560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91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🌏 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3075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</a:rPr>
              <a:t>₹3T+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46227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Pan-India logistics OS: freight,
storage, insurance, 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</a:rPr>
              <a:t>India to become the 3rd largest economy by 2030 — logistics backbone is critical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Multiple monetisation streams with network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💳  Platform 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325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On every load value. Deducted automatically at delivery confirmation. Merchant pays, trucker receives net amount.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⭐  Premium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1325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₹999/mo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Priority matching, verified badge, advanced analytics, early payment settlement for high-volume truckers.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🏦  Financial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260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1–2%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Fuel advances, insurance premium, FASTag top-up, EMI for truck upgrades — embedded finance.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📣  SaaS for Merchants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29260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₹2,499/mo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Social media management, AI content, marketing analytics, branded tracking pages for customers.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805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📊  Data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₹50K+/yr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Lane pricing data, demand forecasting, fleet benchmarking sold to logistics companies &amp; banks.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60"/>
            <a:ext cx="5669280" cy="1463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🚛  Fleet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7316"/>
                </a:solidFill>
              </a:rPr>
              <a:t>₹499/truck/mo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83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Document alerts, maintenance reminders, insurance renewal, GPS device subscription.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Unit Economics: Average load value ₹45,000 × 5% = ₹2,250 revenue per trip  ●  Target: 10,000 trips/month → ₹22.5Cr MRR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Production-ready · 38/38 QA tests passing · Zero critical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4114800" cy="3200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97316"/>
                </a:solidFill>
              </a:rPr>
              <a:t>38/38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QA 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290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All critical paths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280160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35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Auth (5/5)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5819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Login, wrong password, /auth/me, rate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280160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335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Trucker Profile (2/2)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15819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Profile with KYC + trucks, availability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901952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9568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Load Search (2/2)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037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16 loads found, camelCase fields 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901952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9568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Load Accept (3/3)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22037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Accept, lock enforced, active load visible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523744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578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Journey (5/5)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8254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Start, fuel stop, deliver, stats accumulated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523744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9" y="2578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Merchant (2/2)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28254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Post load, view my loads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45536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Disputes (2/2)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47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Raise dispute, list disputes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3145536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Admin (4/4)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3447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Users, loads, live fleet, sim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767328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82219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 Health (9/9)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069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1D5DB"/>
                </a:solidFill>
              </a:rPr>
              <a:t>All 9 microservices returning 200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709160"/>
            <a:ext cx="11612880" cy="1508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Deployed Infrastructure: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18 Docker containers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PostgreSQL + PostGIS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MongoDB + Redis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Kafka + Zookeeper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Elasticsearch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● RabbitMQ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28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AI-Powered Truck Logistics Platform  ●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</a:rPr>
              <a:t>Join us in digitising India's ₹15 Trillion freight backbone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57600" cy="3474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81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Launch in Bangalore, Delhi, Mumbai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Onboard 500 verified truckers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10 enterprise merchant accounts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iOS app submission to App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3474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6576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81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Expand to 10 Indian cities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Integrate NHAI FASTag API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Launch embedded insurance product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5,000 active monthly trips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657600" cy="3474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81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574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₹10Cr Monthly GMV target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Series A fundraise (₹50Cr)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Pan-India coverage (50 cities)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→  Cold chain &amp; hazmat verticals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7316"/>
                </a:solidFill>
              </a:rPr>
              <a:t>Platform live at  http://192.168.8.101:3010  (Portal)   ·   http://192.168.8.101:3011/admin  (Admin)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Contact: alexio1313@gmail.com  ·  Demo available on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</a:rPr>
              <a:t>"Moving India Forward — One Load at a Time" 🇮🇳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