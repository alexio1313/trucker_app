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"/>
            <a:ext cx="2011680" cy="20116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645920" cy="164592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TRUCK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Truck Logistics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Product Overview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Portals · Smart KYC · Loading Coordination · Highway Business Network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Journey Intelligence · Geo-Targeted Advertising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1828800" cy="640080"/>
          </a:xfrm>
          <a:prstGeom prst="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Microservices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4389120"/>
            <a:ext cx="1828800" cy="640080"/>
          </a:xfrm>
          <a:prstGeom prst="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38/38  Tests Passing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4389120"/>
            <a:ext cx="1828800" cy="640080"/>
          </a:xfrm>
          <a:prstGeom prst="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Languages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4389120"/>
            <a:ext cx="1828800" cy="640080"/>
          </a:xfrm>
          <a:prstGeom prst="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User Portals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1B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India Trucking Is Still Offline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459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Broker Chain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broker layers between shipper &amp; trucker. 8–15% commission stacked. 30–60 day payment cycles.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6459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Loading Clarity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costs undisclosed. Detention disputes. Hamali unions have no digital presence. Costs hidden.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16459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Zero Journey Intel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calculated once, never updated. No toll tracking. No break compliance. Merchants in the dark.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023360" cy="16459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Highway Network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474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Dhabas, fuel stops, tyre shops have no digital discovery. Drivers find services by word of mouth.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8412480" cy="411480"/>
          </a:xfrm>
          <a:prstGeom prst="rect">
            <a:avLst>
              <a:gd name="adj" fmla="val 8889"/>
            </a:avLst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road freight market: ₹11.5T by 2027 · Digital penetration: &lt;2% · Opportunity: massive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6 Dedicated Portals, One Platform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06040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loads · track shipments · pay freight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947672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00253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KYC: Phone + Aadhaar + GST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06040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960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control · multi-load SLAs · P&amp;L per trip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947672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00253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KYC: Phone + Aadhaar + GST/CIN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06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960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325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loads · journey · tolls · breaks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947672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200253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KYC: Phone + Aadhaar + DL + RC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60604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246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Company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roster · job referrals · invoicing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913632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96849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KYC: Phone + Aadhaar + GST + Labour lic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6060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3246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Biz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Dhaba/Fuel/Stop · geo-ads · subscriptions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913632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396849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KYC: Phone + Aadhaar + GPS + Photos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0760" y="2926080"/>
            <a:ext cx="260604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Shape 33"/>
          <p:cNvSpPr/>
          <p:nvPr/>
        </p:nvSpPr>
        <p:spPr>
          <a:xfrm>
            <a:off x="6080760" y="3246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72200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review · disputes · platform ops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3913632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396849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KYC: Internal only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cross-login between portals · Highway Business is completely separate from Merchant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1B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KYC: Simple, API-Driven, Fraud-Proof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80160" y="914400"/>
            <a:ext cx="822960" cy="822960"/>
          </a:xfrm>
          <a:prstGeom prst="ellipse">
            <a:avLst/>
          </a:prstGeom>
          <a:solidFill>
            <a:srgbClr val="A8BBCC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677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register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4231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OTP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created, cannot transact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35808" y="1325880"/>
            <a:ext cx="201168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914400"/>
            <a:ext cx="822960" cy="82296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eKYC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2677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confirmed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0"/>
            <a:ext cx="24231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788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 (primary path)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Aadhaar OTP manually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name + DOB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70448" y="1325880"/>
            <a:ext cx="201168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914400"/>
            <a:ext cx="822960" cy="822960"/>
          </a:xfrm>
          <a:prstGeom prst="ellipse">
            <a:avLst/>
          </a:prstGeom>
          <a:solidFill>
            <a:srgbClr val="021B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22677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unlocked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24231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788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API (merchant/logistics)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+ RC via Vahan API (trucker)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licence (loader co)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photos (highway biz)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API Partners: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6268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Surepass / Perfios / IDfy  ·  Aadhaar OTP: ₹1–10/call  ·  DL/RC via Vahan API  ·  DigiLocker: one consent fetches all docs  ·  Face match: AI selfie vs Aadhaar photo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COORDINATION: 2 Live Options + 1 Deferred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4114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Merchant Arranges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selects "I will arrange loading"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Platform shows loader companies near pickup (reference only, no booking)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Trucker arrives → detention timer starts if team is 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₹75/hr auto-billed to merchant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Loading done → trucker taps complete → cost shown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3749040" cy="685800"/>
          </a:xfrm>
          <a:prstGeom prst="rect">
            <a:avLst>
              <a:gd name="adj" fmla="val 5333"/>
            </a:avLst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54787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in manufacturing, FMCG, agri. Factory has its own dock team.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02336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68680"/>
            <a:ext cx="40233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Trucker Arranges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Trucker accepts and confirms "I bring loaders"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Platform shows loader companies near pickup (reference only)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Trucker contacts them offline if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Loading cost in freight quote (included or separate line)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Merchant sees: "Trucker arranging loading crew"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3520440"/>
            <a:ext cx="3749040" cy="685800"/>
          </a:xfrm>
          <a:prstGeom prst="rect">
            <a:avLst>
              <a:gd name="adj" fmla="val 5333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354787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trade/commodity routes. Transporter quotes "inclusive of loading."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462272"/>
            <a:ext cx="8412480" cy="54864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(Platform-Arranged) — DEFERRED  ·  Needs call center + ops infrastructure + loader network maturity. Shows "coming soon" to users.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BUSINESS PORTAL: Completely Separate, Subscription-Based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08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Dhaba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 · truck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· food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93392" y="868680"/>
            <a:ext cx="1508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8961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93392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93392" y="175564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Diesel/CNG/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· live prices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12464" y="868680"/>
            <a:ext cx="1508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8961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12464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Stop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12464" y="175564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bays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dormitory · CCTV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31536" y="868680"/>
            <a:ext cx="1508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8961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31536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Shop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31536" y="175564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Repair/replace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 emergency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50608" y="868680"/>
            <a:ext cx="150876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8961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50608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Center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0608" y="175564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377440"/>
            <a:ext cx="1920240" cy="3657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274320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₹0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2788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map pin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phone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reviews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23160" y="2377440"/>
            <a:ext cx="192024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9" name="Shape 27"/>
          <p:cNvSpPr/>
          <p:nvPr/>
        </p:nvSpPr>
        <p:spPr>
          <a:xfrm>
            <a:off x="2423160" y="274320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 ·  ₹499/mo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32888" y="2788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profile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+ menu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ad impressions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recommendations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2377440"/>
            <a:ext cx="1920240" cy="3657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274320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 ·  ₹1,499/mo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81728" y="2788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impressions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codes + badge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management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20840" y="2377440"/>
            <a:ext cx="1920240" cy="365760"/>
          </a:xfrm>
          <a:prstGeom prst="rect">
            <a:avLst/>
          </a:prstGeom>
          <a:solidFill>
            <a:srgbClr val="021B3B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0840" y="274320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·  ₹3,499/mo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30568" y="2788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on map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impressions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to drivers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stamp card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breaks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501091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ads available on all tiers · ₹0.50/impression · ₹3/click  ·  Emergency services (tyre/mechanic) shown FREE regardless of tier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1B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INTELLIGENCE: Tolls · Weight · Breaks · Real-Time ETA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Tracked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4416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FASTag Tolls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8191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API (97% coverage) · Plaza name + amount + time · GPS overlay as interim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21284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Weighbridges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45059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geofence triggers driver prompt · Weight, GVW limit, fine logged · OBW integration Q4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Borders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31927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auto-detects crossing · From/to state · Naka type + entry tax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9502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18795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by engine · Fatigue / fuel / meal / night safety · Duration + cost logged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914400"/>
            <a:ext cx="3383280" cy="4114800"/>
          </a:xfrm>
          <a:prstGeom prst="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960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Breakdown (shown to driver + merchant)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1463040"/>
            <a:ext cx="324612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1463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Driving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14630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26h 30m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1901952"/>
            <a:ext cx="3246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19019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Fuel break (pending)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19019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340864"/>
            <a:ext cx="324612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234086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 Meal break (pending)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23408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2779776"/>
            <a:ext cx="3246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2779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Rest breaks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277977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00m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3218688"/>
            <a:ext cx="324612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32186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Traffic delay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32186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15m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3657600"/>
            <a:ext cx="3246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36576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Fatigue buffer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9520" y="36576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0" y="4114800"/>
            <a:ext cx="3246120" cy="18288"/>
          </a:xfrm>
          <a:prstGeom prst="rect">
            <a:avLst/>
          </a:prstGeom>
          <a:solidFill>
            <a:srgbClr val="021B3B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0" y="416966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ETA: Tomorrow 21:30 IST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45354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+1h 45m vs original  ·  Merchant notified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COMPANY PORTAL: New Business Model Vertical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Loader Companies?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Hamali / labour contractors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under Shop &amp; Establishment 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GST + Labour contractor licence by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loading workers to factories, warehouses, transporters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union compliance, daily wages, EPF/ESIC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platform connects them to loads in their city.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3749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Required: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04164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phone + Aadhaar + GST + Labour licence (state-issued, admin reviews)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Workers: Name + Aadhaar existence check + photo + skill tags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 ₹1,499/mo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city · 30 job referrals/month · Basic profile listing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402336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 ₹3,999/mo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cities · Unlimited referrals · Worker app · Digital invoicing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2336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520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₹7,999/mo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840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cities · Verified badge · Priority assignments · Labour compliance reports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4572000"/>
            <a:ext cx="402336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45902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earns subscription only · Loader companies invoice merchants/truckers directly · Commission (5-8%) added in Phase 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1B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4 Revenue Streams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41832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41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726680" cy="804672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9052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Commission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9052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per 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27101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drivers × 3 loads × ₹500 avg = ₹45M/month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548640" cy="5486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1874520"/>
            <a:ext cx="7726680" cy="804672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9110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1109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₹299–₹9,999/month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2768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 + Loader co + Highway biz + Trucker premium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5351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53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1560" y="2880360"/>
            <a:ext cx="7726680" cy="804672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9169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Geo-Ad Credits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91693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₹0.50/impression · ₹3/click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28269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impressions/day → ₹2,25,000/month (1,000 drivers)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59352"/>
            <a:ext cx="548640" cy="548640"/>
          </a:xfrm>
          <a:prstGeom prst="ellipse">
            <a:avLst/>
          </a:prstGeom>
          <a:solidFill>
            <a:srgbClr val="A8BBC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959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1560" y="3886200"/>
            <a:ext cx="7726680" cy="804672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9227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Insurance + FASTag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392277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0.3–0.5% cargo value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28853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model, Phase 2+ launch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846320"/>
            <a:ext cx="8412480" cy="365760"/>
          </a:xfrm>
          <a:prstGeom prst="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554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 potential: ₹80M+  ·  Payback on V2 investment: &lt; 2 months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5 Sprints · 10 Weeks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508760" cy="320040"/>
          </a:xfrm>
          <a:prstGeom prst="rect">
            <a:avLst/>
          </a:prstGeom>
          <a:solidFill>
            <a:srgbClr val="021B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412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61288"/>
            <a:ext cx="1508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KYC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45336"/>
            <a:ext cx="1508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591056"/>
            <a:ext cx="142646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DB migrations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Surepass/DigiLocker APIs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registration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userTypes + anti-fraud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841248"/>
            <a:ext cx="1508760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8412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1161288"/>
            <a:ext cx="1508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Arrangement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93392" y="1545336"/>
            <a:ext cx="1508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8256" y="1591056"/>
            <a:ext cx="142646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A+B flows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timer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co recommendation widget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mismatch logic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841248"/>
            <a:ext cx="15087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8412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12464" y="1161288"/>
            <a:ext cx="1508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67328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Biz Portal (MVP)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12464" y="1545336"/>
            <a:ext cx="1508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1591056"/>
            <a:ext cx="142646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/highway/* portal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categories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subscription tiers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pins in driver app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31536" y="841248"/>
            <a:ext cx="15087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431536" y="8412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31536" y="1161288"/>
            <a:ext cx="1508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31536" y="1545336"/>
            <a:ext cx="1508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591056"/>
            <a:ext cx="142646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creation form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serving API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prepay system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50608" y="841248"/>
            <a:ext cx="15087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7150608" y="8412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50608" y="1161288"/>
            <a:ext cx="1508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1170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Company Portal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50608" y="1545336"/>
            <a:ext cx="1508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1591056"/>
            <a:ext cx="142646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+ KYC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roster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referral system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billing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526280"/>
            <a:ext cx="85953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5371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38/38 QA tests must pass after each sprint  ·  All changes backward-compatible  ·  Runtime patches via docker cp pattern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1B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DECISIONS: Do Not Revisit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905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Option C loading deferred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call center + ops infrastructure. Show "coming soon" only.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16052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905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Highway Biz = separate portal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64608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merged with merchant. Different business model entirely.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92808"/>
            <a:ext cx="416052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929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KYC via API, not manual docs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258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Surepass/Perfios/DigiLocker. Manual only for labour licences.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892808"/>
            <a:ext cx="416052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929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DigiLocker is primary KYC path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2258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it first. Faster + fetches all docs in one consent.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16936"/>
            <a:ext cx="416052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Loader co: subscription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2826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 commission until Option C goes live (Phase 3).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916936"/>
            <a:ext cx="416052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 media posting removed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2826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highway biz geo-ads for highway-specific services.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941064"/>
            <a:ext cx="416052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Emergency services: no tier filter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43068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Tyre/mechanic always shown to drivers. Safety &gt; monetisation.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941064"/>
            <a:ext cx="416052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Aadhaar: SHA256 hash only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43068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Aadhaar number in plain text. Hash on backend.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548640"/>
            <a:ext cx="2194560" cy="219456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India's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Logistics 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portals · Smart KYC · Loading coordination · Highway business 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journey intelligence · Geo-targeted advertising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Ready for Sprint Planning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Truck Logistics Platform — V2 Product Deck</dc:title>
  <dc:subject>PptxGenJS Presentation</dc:subject>
  <dc:creator>AI Truck Platform</dc:creator>
  <cp:lastModifiedBy>AI Truck Platform</cp:lastModifiedBy>
  <cp:revision>1</cp:revision>
  <dcterms:created xsi:type="dcterms:W3CDTF">2026-06-14T18:50:42Z</dcterms:created>
  <dcterms:modified xsi:type="dcterms:W3CDTF">2026-06-14T18:50:42Z</dcterms:modified>
</cp:coreProperties>
</file>